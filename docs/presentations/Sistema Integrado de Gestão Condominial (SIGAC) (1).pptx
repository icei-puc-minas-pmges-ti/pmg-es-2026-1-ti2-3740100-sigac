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Inter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-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15.png"/><Relationship Id="rId5" Type="http://schemas.openxmlformats.org/officeDocument/2006/relationships/image" Target="../media/image52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11" Type="http://schemas.openxmlformats.org/officeDocument/2006/relationships/image" Target="../media/image25.png"/><Relationship Id="rId10" Type="http://schemas.openxmlformats.org/officeDocument/2006/relationships/image" Target="../media/image29.png"/><Relationship Id="rId9" Type="http://schemas.openxmlformats.org/officeDocument/2006/relationships/image" Target="../media/image43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Relationship Id="rId7" Type="http://schemas.openxmlformats.org/officeDocument/2006/relationships/image" Target="../media/image35.png"/><Relationship Id="rId8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45.png"/><Relationship Id="rId5" Type="http://schemas.openxmlformats.org/officeDocument/2006/relationships/image" Target="../media/image37.png"/><Relationship Id="rId6" Type="http://schemas.openxmlformats.org/officeDocument/2006/relationships/image" Target="../media/image47.png"/><Relationship Id="rId7" Type="http://schemas.openxmlformats.org/officeDocument/2006/relationships/image" Target="../media/image30.png"/><Relationship Id="rId8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71937" y="1339304"/>
            <a:ext cx="4048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ENGENHARIA DE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070871" y="1758404"/>
            <a:ext cx="205025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SIGAC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62200" y="2619375"/>
            <a:ext cx="7467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Integrado de Gestão e Administração Condominial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381625" y="3467100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95837" y="5375820"/>
            <a:ext cx="260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PUC Minas • Belo Horizonte • 202</a:t>
            </a:r>
            <a:r>
              <a:rPr lang="en-US" sz="12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Caio Felix Reis, Davi Rodrigues, Luca Mazala,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Manoel Bezerra Neto, Milena Cardoso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Orientadores: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Michelle H. S. Andrade, Lucca S. P. Lacerda,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Luiz Carlos da Silva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47750" y="2266950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Mercado em Expansão: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Crescimento de 23,8% no número de condomínios em 8 anos (INCC).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3038475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Econômico: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Setor movimenta aproximadamente R$ 300 bilhões anuais no Brasil.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3810000"/>
            <a:ext cx="48101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Profissionalização: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Alta demanda por gestores técnicos devido à complexidade tributária e operacional.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4848225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Volume Crítico: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Mais de 520 mil condomínios ativos em todo o território nacional.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05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76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48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863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CONTEXTUALIZAÇÃO DO SETOR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7750" y="260508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Fragmentação de Dados: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Uso excessivo de planilhas isoladas sem versionamento ou segurança.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3109912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Manuais: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Gasto elevado de tempo em tarefas repetitivas de controle de funcionários e manutenções.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47750" y="361473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Opacidade Financeira: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Dificuldade na rastreabilidade de gastos e falta de transparência para condôminos.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4119562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Riscos Operacionais: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Falhas em cronogramas de manutenção preventiva e perda de históricos críticos.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47750" y="462438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Falha: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Mural de avisos físicos e canais informais gerando ruídos na gestão.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8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2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57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24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DORES E PROBLEMAS IDENTIFICADOS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528762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SOLUÇÃO PROPOSTA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405062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Plataforma SIGAC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7955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Desenvolvemos uma plataforma web centralizada capaz de unificar todos os pilares da administração predial em um ecossistema digital seguro e auditável.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47750" y="3700462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financeiro intuitivo.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47750" y="4205287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manutenção rigorosa.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4710112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gastos e inquilinos.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33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482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52500" y="25860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Geral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3100387"/>
            <a:ext cx="4524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Desenvolver um Sistema Integrado de Gestão Condominial que proporcione eficiência operacional, transparência financeira e otimização da manutenção predial.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25860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191375" y="3100387"/>
            <a:ext cx="4048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Digitalizar o cadastro de inquilinos e funcionários.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191375" y="3871912"/>
            <a:ext cx="4048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fluxos de aviso e comunicação digital.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191375" y="4643437"/>
            <a:ext cx="4048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Estruturar módulo de controle de despesas.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138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6815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OBJETIVOS DO PROJETO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752629" y="3605212"/>
            <a:ext cx="11301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Gestora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Usuário administrativo com visão macro de múltiplos condomínios e relatórios gerenciais.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560933" y="3605212"/>
            <a:ext cx="10701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Síndico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45074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Responsável legal focado no acompanhamento financeiro e status das manutenções.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934182" y="3605212"/>
            <a:ext cx="18802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Funcionários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23374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Operadores que utilizam o sistema para registro de tarefas e acesso a avisos internos.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MATRIZ DE STAKEHOLDERS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8937" y="2776537"/>
            <a:ext cx="7143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35793" y="3919537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Paradigma Analógico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4433887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baseados em documentos físicos e planilhas eletrônicas desconectadas.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2933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Dificuldade de auditoria de dados passados.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67500" y="34385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Inexistência de backup automatizado.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39433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via papel (mural físico).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0" y="444817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estoque e manutenção reativo.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DE PROCESSOS: AS-IS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6201965" y="43957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Otimização Digital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47750" y="2800350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Fluxos de trabalho digitais e automáticos.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47750" y="3571875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Dados em nuvem acessíveis 24/7.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047750" y="4076700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Transparência: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Dashboards em tempo real.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47750" y="4581525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Rastreabilidade: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 de atividades por usuário.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812" y="2928937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8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99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148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196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VISÃO DE FUTURO: TO-BE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197560" y="4133850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Cadastros Base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88950" y="46482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Inquilinos, Condomínios e Funcionários.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70821" y="4133850"/>
            <a:ext cx="28503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Gestão Operacional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45074" y="4648200"/>
            <a:ext cx="2901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Manutenções Preventivas e Avisos Gerais.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889176" y="4133850"/>
            <a:ext cx="19702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Controladoria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23374" y="4648200"/>
            <a:ext cx="2901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Gastos e Dashboard de Receitas.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MÓDULOS FUNCIONAIS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3288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Back-end &amp; Front-end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843212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Arquitetura baseada em microsserviços lógicos seguindo o padrão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RESTful API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047750" y="338613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Camada de Apresentação: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React com Bootstrap.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47750" y="38909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Camada de Negócio: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Java Spring Boot.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47750" y="439578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Persistência: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MySQL Database.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047750" y="490061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Segurança: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Autenticação via Stateless JWT.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ARQUITETURA DA SOLUÇÃO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6334125" y="23479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Entidades Principais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810375" y="28622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Condomínio: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Centro de custo principal.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810375" y="336708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Funcionário/Prestador: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Vínculo de serviços.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810375" y="387191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Gastos: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Transações financeiras tipificadas.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810375" y="437673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Manutenções: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Tickets de serviço predial.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810375" y="48815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Inquilinos: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Responsáveis pelas unidades.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MODELAGEM DE DADOS (MER)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924050" y="3000375"/>
            <a:ext cx="628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 JS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75" y="23526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4486275" y="3000375"/>
            <a:ext cx="64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17+</a:t>
            </a:r>
            <a:endParaRPr/>
          </a:p>
        </p:txBody>
      </p:sp>
      <p:pic>
        <p:nvPicPr>
          <p:cNvPr descr="image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958012" y="3000375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Spring Boot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3600" y="23526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9696450" y="3000375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endParaRPr/>
          </a:p>
        </p:txBody>
      </p:sp>
      <p:pic>
        <p:nvPicPr>
          <p:cNvPr descr="image.png" id="274" name="Google Shape;27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6287" y="4400550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4562475" y="50482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3275" y="4400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7029450" y="504825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JWT Auth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TECNOLÓGICA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71500" y="5605462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Visualização consolidada de receitas vs. despesas por condomínio.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FINANCEIRA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047750" y="291941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Redução drástica de erros humanos e duplicidade.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047750" y="3690937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Transparência total para o conselho fiscal.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47750" y="44624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Histórico: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Rastreabilidade de cada centavo gasto.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810375" y="291941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Escalabilidade: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Suporte para centenas de condomínios.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810375" y="3690937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Economia: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Otimização do tempo da equipe administrativa.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810375" y="44624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Acessibilidade: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Informação na ponta dos dedos.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0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575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50056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BENEFÍCIOS DO SIGAC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76575"/>
            <a:ext cx="52863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71500" y="2938462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implementação do SIGAC representa uma quebra de paradigma na gestão condominial, substituindo processos arcaicos por uma infraestrutura robusta de software que garante a sustentabilidade financeira das propriedades.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6619875" y="3362325"/>
            <a:ext cx="4714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Resultados Chave: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915150" y="3629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7000875" y="36480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Centralização absoluta de dados.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915150" y="38195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7000875" y="38385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Melhoria na tomada de decisão.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915150" y="4010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7000875" y="40290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Impacto positivo na valorização imobiliária.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1047750" y="285750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ANDRADE, M. H.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 Moderna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Belo Horizonte: PUC Minas, 2023.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047750" y="336232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PRESSMAN, Roger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Software: uma abordagem profissional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9. ed. Nova York: McGraw Hill, 2021.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047750" y="386715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SOMMERVILLE, Ian.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10. ed. São Paulo: Pearson, 2018.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047750" y="437197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INSTITUTO NACIONAL DA CONSTRUÇÃO CIVIL (INCC).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Censo Condominial 2024/25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Brasil, 2024.</a:t>
            </a:r>
            <a:endParaRPr/>
          </a:p>
        </p:txBody>
      </p:sp>
      <p:pic>
        <p:nvPicPr>
          <p:cNvPr descr="image.png" id="332" name="Google Shape;3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004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52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00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REFERÊNCIAS BIBLIOGRÁFICAS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9"/>
          <p:cNvSpPr txBox="1"/>
          <p:nvPr/>
        </p:nvSpPr>
        <p:spPr>
          <a:xfrm>
            <a:off x="4425791" y="1798290"/>
            <a:ext cx="334041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3638550" y="2659260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 a atenção da banca avaliadora.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5381625" y="3459360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4633912" y="3878460"/>
            <a:ext cx="2924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Perguntas e Comentários?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5281612" y="4678560"/>
            <a:ext cx="16287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sigac-gestao.com.br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contato@sigac.com.br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