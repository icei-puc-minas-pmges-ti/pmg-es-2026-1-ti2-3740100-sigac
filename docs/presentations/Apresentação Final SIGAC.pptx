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 Medium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Italic.fntdata"/><Relationship Id="rId11" Type="http://schemas.openxmlformats.org/officeDocument/2006/relationships/slide" Target="slides/slide6.xml"/><Relationship Id="rId22" Type="http://schemas.openxmlformats.org/officeDocument/2006/relationships/font" Target="fonts/Urbanist-bold.fntdata"/><Relationship Id="rId10" Type="http://schemas.openxmlformats.org/officeDocument/2006/relationships/slide" Target="slides/slide5.xml"/><Relationship Id="rId21" Type="http://schemas.openxmlformats.org/officeDocument/2006/relationships/font" Target="fonts/Urbanist-regular.fntdata"/><Relationship Id="rId13" Type="http://schemas.openxmlformats.org/officeDocument/2006/relationships/slide" Target="slides/slide8.xml"/><Relationship Id="rId24" Type="http://schemas.openxmlformats.org/officeDocument/2006/relationships/font" Target="fonts/Urbanist-boldItalic.fntdata"/><Relationship Id="rId12" Type="http://schemas.openxmlformats.org/officeDocument/2006/relationships/slide" Target="slides/slide7.xml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Medium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Medium-italic.fntdata"/><Relationship Id="rId6" Type="http://schemas.openxmlformats.org/officeDocument/2006/relationships/slide" Target="slides/slide1.xml"/><Relationship Id="rId18" Type="http://schemas.openxmlformats.org/officeDocument/2006/relationships/font" Target="fonts/Urbanis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11" Type="http://schemas.openxmlformats.org/officeDocument/2006/relationships/image" Target="../media/image8.png"/><Relationship Id="rId10" Type="http://schemas.openxmlformats.org/officeDocument/2006/relationships/image" Target="../media/image22.png"/><Relationship Id="rId9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26.png"/><Relationship Id="rId8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95375" y="2132707"/>
            <a:ext cx="100012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SIGAC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333500" y="2993677"/>
            <a:ext cx="9525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Sistema Integrado de Gestão e Administração Condominial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3668017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Equipe: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Caio Felix, Davi Mendes, Luca Moreira, Manoel Rodrigues, Milena Cardoso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33500" y="3972817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Professores: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Michelle Hanne, Lucca Soares, Luiz Carlos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333500" y="4420492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PUC Minas - Engenharia de Software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381000" y="571500"/>
            <a:ext cx="5350668" cy="108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Contextualização e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Problema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381000" y="1851421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mercado condominial movimenta cerca de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R$ 300 bilhões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anuais no Brasil, exigindo profissionalização e ferramentas tecnológicas eficientes.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81000" y="3003946"/>
            <a:ext cx="50958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Atualmente, muitas administradoras sofrem com a gestão fragmentada. O uso de anotações manuais e planilhas desconexas causa perda de dados e vulnerabilidade financeira.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348805"/>
            <a:ext cx="36195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2348805"/>
            <a:ext cx="36195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348805"/>
            <a:ext cx="36195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273933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676275" y="3548955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Unificar Gestão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6275" y="4015680"/>
            <a:ext cx="3028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Centralizar o controle de prestadores de serviço, moradores e a alocação de funcionários em uma única plataforma integrada.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525" y="273933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4581525" y="3548955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Controle Financeiro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581525" y="4015680"/>
            <a:ext cx="3028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Disponibilizar uma visão clara e em tempo real das receitas e despesas através de um dashboard, facilitando decisões estratégicas.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73933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486775" y="3548955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Segurança de Dados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86775" y="4015680"/>
            <a:ext cx="3028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Reduzir falhas operacionais e mitigar os riscos de inconsistências e perda de informações vitais para os condomínios.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2012" y="2891730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14875" y="289173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39175" y="289173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381000" y="285750"/>
            <a:ext cx="1181100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Objetivos do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SIGAC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1619250" y="2538412"/>
            <a:ext cx="8953500" cy="224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 automação elimina o retrabalho em tarefas cotidianas e fornece uma governança transparente e segura baseada em dados consolidados.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505325" y="5159573"/>
            <a:ext cx="3181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— Proposta de Valor do SIGAC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047750" y="2919412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839450" y="4778578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381000" y="285750"/>
            <a:ext cx="1181100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Nossa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Justificativa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224980"/>
            <a:ext cx="5476875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24980"/>
            <a:ext cx="547687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771525" y="261550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Stakeholders Primários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71525" y="3082230"/>
            <a:ext cx="46958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Gestora de Condomínios: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Operadora central do sistema. Realiza cadastros, aloca serviços, gerencia gastos e padroniza processos de múltiplos condomínios.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71525" y="4444305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Funcionários: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Executores operacionais. Cumprem escalas definidas, fornecem dados e realizam as tarefas rotineiras do dia a dia.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724650" y="261550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Stakeholders Secundários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308223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Síndico do Condomínio: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Atua como agente fiscalizador e usuário consultivo.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724650" y="3834705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Utiliza as informações geradas pelo sistema para acompanhar as despesas, consultar prestadores e garantir a transparência da gestão predial.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381000" y="285750"/>
            <a:ext cx="1181100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Participantes do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Processo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/>
          <p:nvPr/>
        </p:nvSpPr>
        <p:spPr>
          <a:xfrm>
            <a:off x="5524500" y="2499419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2020490" y="2937569"/>
            <a:ext cx="815101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Modelagem de </a:t>
            </a:r>
            <a:r>
              <a:rPr b="1" i="0" lang="en-US" sz="5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Processos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2286000" y="3947219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transição do cenário manual (AS-IS) para um fluxo digital unificado (TO-BE)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1905000" y="1522214"/>
            <a:ext cx="8953500" cy="102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Cadastro de Condomínios e Inquilinos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Registros centralizados em banco de dados, substituindo documentos físicos e garantindo o controle total sobre o ecossistema do condomínio.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1905000" y="2830859"/>
            <a:ext cx="8953500" cy="102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Gestão de Funcionários e Escalas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Automação da alocação de equipes, reduzindo gargalos de comunicação e provendo visibilidade sobre as responsabilidades.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1905000" y="4139505"/>
            <a:ext cx="8953500" cy="718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Gestão de Gastos e Manutenção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Padronização de despesas e rotinas operacionais estruturadas para total rastreabilidade financeira.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1905000" y="5143351"/>
            <a:ext cx="8953500" cy="102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Gestão de Avisos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Comunicação fluida e digital com residentes, essencial para uma gestão comunitária moderna e transparente.</a:t>
            </a:r>
            <a:endParaRPr/>
          </a:p>
        </p:txBody>
      </p:sp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1531739"/>
            <a:ext cx="3429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840384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149030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5152876"/>
            <a:ext cx="2667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381000" y="285750"/>
            <a:ext cx="1181100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Principais Processos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Mapeados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71612"/>
            <a:ext cx="54768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952500" y="1471612"/>
            <a:ext cx="4905375" cy="132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Segurança e Integração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Utilização de padrões modernos como JWT para autenticação, garantindo a integridade dos acessos ao sistema.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952500" y="3180308"/>
            <a:ext cx="4905375" cy="132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Variáveis de Ambiente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Configuração modularizada no backend através do prefixo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SIGAC_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padronizando infraestrutura e credenciais.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952500" y="4889003"/>
            <a:ext cx="4905375" cy="132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Separação de Contextos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Front-end e Back-end divididos para maior escalabilidade, documentados nos apêndices do projeto estrutural.</a:t>
            </a:r>
            <a:endParaRPr/>
          </a:p>
        </p:txBody>
      </p:sp>
      <p:pic>
        <p:nvPicPr>
          <p:cNvPr descr="image.png" id="174" name="Google Shape;17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481137"/>
            <a:ext cx="5457825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1443037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000" y="3151733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1000" y="4860428"/>
            <a:ext cx="3429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381000" y="285750"/>
            <a:ext cx="1181100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Arquitetura e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Configuração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193577"/>
            <a:ext cx="36195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2193577"/>
            <a:ext cx="36195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93577"/>
            <a:ext cx="36195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290512" y="4812952"/>
            <a:ext cx="38004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Dashboard Financeiro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381000" y="5232052"/>
            <a:ext cx="3619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Visualização intuitiva para acompanhamento de receitas, despesas e relatórios gerenciais.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4195762" y="4812952"/>
            <a:ext cx="38004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Gestão de Escalas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286250" y="5232052"/>
            <a:ext cx="3619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Interface dedicada para alocação rápida de funcionários e prestadores de serviço.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8101012" y="4812952"/>
            <a:ext cx="38004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Transparência Total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191500" y="5232052"/>
            <a:ext cx="3619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Governança facilitada com acesso em tempo real aos dados para síndicos e gestores.</a:t>
            </a:r>
            <a:endParaRPr/>
          </a:p>
        </p:txBody>
      </p:sp>
      <p:pic>
        <p:nvPicPr>
          <p:cNvPr descr="image.png" id="193" name="Google Shape;19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525" y="2203102"/>
            <a:ext cx="36004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5775" y="2203102"/>
            <a:ext cx="2057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01025" y="2203102"/>
            <a:ext cx="36004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381000" y="285750"/>
            <a:ext cx="1181100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Destaques da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Solução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381000" y="2996505"/>
            <a:ext cx="54768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381000" y="4615755"/>
            <a:ext cx="54768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Integração Digital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334125" y="2767905"/>
            <a:ext cx="57507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 impacto do SIGAC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6334125" y="3234630"/>
            <a:ext cx="5476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desenvolvimento do SIGAC resultou em uma aplicação funcional que centraliza as rotinas operacionais e financeiras.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6334125" y="3987105"/>
            <a:ext cx="54768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Através de nossa plataforma, a gestora ganha tempo, elimina burocracias e mitiga falhas estruturais, enquanto o síndico tem o poder da transparência em suas mãos para uma governança de excelência.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381000" y="285750"/>
            <a:ext cx="1181100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Conclusão dos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Resultados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190500" y="2110680"/>
            <a:ext cx="118110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Dúvidas?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381000" y="3491805"/>
            <a:ext cx="11430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Agradecemos a atenção da banca avaliadora.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381000" y="4489995"/>
            <a:ext cx="11430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Projeto SIGAC - Engenharia de Software | PUC Minas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